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6189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004E8C"/>
          </a:solidFill>
          <a:ln w="9525">
            <a:solidFill>
              <a:srgbClr val="004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412480" y="0"/>
            <a:ext cx="731520" cy="5143500"/>
          </a:xfrm>
          <a:prstGeom prst="rect">
            <a:avLst/>
          </a:prstGeom>
          <a:solidFill>
            <a:srgbClr val="0063AA"/>
          </a:solidFill>
          <a:ln w="9525">
            <a:solidFill>
              <a:srgbClr val="006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Production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Systems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5BC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MAF</a:t>
            </a:r>
            <a:endParaRPr lang="en-US" sz="520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4114800" cy="4572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907792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Agents Framework  ·  .NET 10  ·  Azure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36499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Sreyan Choudhury  |  Accenture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7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Azure 2026 – Kolkata ·  April 18,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879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6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github.com/sreyanchoudhury/HelpdeskAI.CSharp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4805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66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linkedin.com/in/sreyan-choudhury-4211601aa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start with the demo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243584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9E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HelpdeskAI is the proof point. MAF is the hero.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chatbot walkthrough – it is a MAF architecture story shown through a real Azure support application.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1901952"/>
            <a:ext cx="8046720" cy="36576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0848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20665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V2 conversation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38658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IT support request, then a follow-up technical question in the same thread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92608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188720" y="290779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routing in action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2278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specialist agent handles each turn, logged as an OTel span in real 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67328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74904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Workbook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069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telemetry, conversation trace, agent routing donut, eval quality panel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6177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5BC0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we'll pull back the curtain and show how the demo now runs on the official .NET MAF v1 core package line.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MAF?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41248"/>
            <a:ext cx="8412480" cy="868680"/>
          </a:xfrm>
          <a:prstGeom prst="rect">
            <a:avLst/>
          </a:prstGeom>
          <a:solidFill>
            <a:srgbClr val="DBEAFE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41248"/>
            <a:ext cx="73152" cy="86868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14400"/>
            <a:ext cx="8092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opinionated .NET library for building production-grade multi-agent AI systems — with authentication, memory, context, skills, streaming, telemetry, and evaluation built in.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365760" y="1856232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1856232"/>
            <a:ext cx="54864" cy="1417320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947672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platform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your .NET application. You own the code, the pipeline, and the deployment. No vendor lock-in beyond your chosen Azure services.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856232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1856232"/>
            <a:ext cx="54864" cy="141732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00600" y="1947672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Opinionated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00600" y="2304288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Prescribes how agents, routing, memory, and telemetry wire together. Convention over configuration – most things work without ceremony.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92424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65760" y="3392424"/>
            <a:ext cx="54864" cy="1417320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3483864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02920" y="3840480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OpenAI, Document Intelligence, Cosmos, Redis, AI Search, and App Insights are the default backing services – all configurable and replaceable.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392424"/>
            <a:ext cx="4114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3392424"/>
            <a:ext cx="54864" cy="1417320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00600" y="3483864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840480"/>
            <a:ext cx="3913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 for streaming, MCP for tools, OTel for observability. Standard protocols, not proprietary interfaces.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MAF? Five problems you face without a framework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50392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850392"/>
            <a:ext cx="54864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0525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901952" y="914400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Every agent endpoint needs auth. Without a framework, JWT validation and user identity extraction gets scattered across handlers.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5760" y="1655064"/>
            <a:ext cx="841248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655064"/>
            <a:ext cx="54864" cy="713232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170992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discovery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901952" y="1719072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How do agents find and invoke tools? Hand-wiring functions to every agent doesn't scale. You need a decoupled tool layer.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5760" y="2459736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2459736"/>
            <a:ext cx="54864" cy="713232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251460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memory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901952" y="2523744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LLM calls are stateless. Conversation history, user preferences, and cross-session memory require explicit, consistent management.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65760" y="3264408"/>
            <a:ext cx="841248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264408"/>
            <a:ext cx="54864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66928" y="33192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901952" y="3328416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Agent calls are black boxes. Latency, token usage, routing decisions — none visible in APM without explicit OTel instrumentation.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65760" y="4069080"/>
            <a:ext cx="54864" cy="713232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41239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901952" y="4133088"/>
            <a:ext cx="6720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How do you know a prompt change didn't break something? Without an eval harness you're shipping blind after every iteration.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65760" y="486460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addresses all five. Consistently. Out of the box.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in a real Azure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50392"/>
            <a:ext cx="640080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503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874520"/>
            <a:ext cx="640080" cy="71323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8745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2898648"/>
            <a:ext cx="640080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2898648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051560" y="850392"/>
            <a:ext cx="1783080" cy="71323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51560" y="89611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25272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/ JWT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051560" y="1874520"/>
            <a:ext cx="1783080" cy="713232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5156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layer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63240" y="1874520"/>
            <a:ext cx="1783080" cy="713232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6324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06324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74920" y="1874520"/>
            <a:ext cx="1783080" cy="71323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7492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router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086600" y="1874520"/>
            <a:ext cx="1783080" cy="71323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86600" y="19202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086600" y="227685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51560" y="2898648"/>
            <a:ext cx="1783080" cy="713232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5156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&amp; Memory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5156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063240" y="2898648"/>
            <a:ext cx="1783080" cy="713232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06324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06324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AsyncLocal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74920" y="2898648"/>
            <a:ext cx="1783080" cy="71323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7492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07492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+ AI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086600" y="2898648"/>
            <a:ext cx="1783080" cy="713232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86600" y="29443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086600" y="330098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74320" y="3858768"/>
            <a:ext cx="8595360" cy="566928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274320" y="3858768"/>
            <a:ext cx="640080" cy="566928"/>
          </a:xfrm>
          <a:prstGeom prst="rect">
            <a:avLst/>
          </a:prstGeom>
          <a:solidFill>
            <a:srgbClr val="0063AA"/>
          </a:solidFill>
          <a:ln w="9525">
            <a:solidFill>
              <a:srgbClr val="0063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74320" y="385876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97280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395728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3694176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992624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+ Doc Intel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291072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589520" y="3941064"/>
            <a:ext cx="1234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Insights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74320" y="4535424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provides the composition model. HelpdeskAI shows one Azure-backed implementation of it - Redis for memory, Cosmos for ticket persistence, AI Search for KB, and Document Intelligence for PDF/DOCX OCR.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Lifecycle - one MAF pipeline, different state surfaces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50392"/>
            <a:ext cx="8595360" cy="347472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+ MEMORY  -  v1 uses RedisChatHistoryProvider, v2 workflow runtime owns handoff history, Redis long-term memory injects profile/preferences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298448"/>
            <a:ext cx="1188720" cy="658368"/>
          </a:xfrm>
          <a:prstGeom prst="rect">
            <a:avLst/>
          </a:prstGeom>
          <a:solidFill>
            <a:srgbClr val="6B7280"/>
          </a:solidFill>
          <a:ln w="9525">
            <a:solidFill>
              <a:srgbClr val="6B728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7432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/ 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63040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682496" y="1298448"/>
            <a:ext cx="1188720" cy="658368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682496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682496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JWT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871216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090672" y="1298448"/>
            <a:ext cx="1188720" cy="658368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090672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090672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thread.id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79392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98848" y="1298448"/>
            <a:ext cx="1188720" cy="658368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498848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498848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87568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07024" y="1298448"/>
            <a:ext cx="1188720" cy="658368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907024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907024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/ kb / …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95744" y="14813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0" y="1298448"/>
            <a:ext cx="1188720" cy="658368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315200" y="13533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315200" y="16642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7E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SearchTickets…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001768" y="1993392"/>
            <a:ext cx="2002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transfer_to_specialist()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" y="2331720"/>
            <a:ext cx="8595360" cy="27432"/>
          </a:xfrm>
          <a:prstGeom prst="rect">
            <a:avLst/>
          </a:prstGeom>
          <a:solidFill>
            <a:srgbClr val="5BC0F8"/>
          </a:solidFill>
          <a:ln w="9525">
            <a:solidFill>
              <a:srgbClr val="5BC0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74320" y="2377440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AG-UI SSE stream  —  words appear as they generate · TOOL_CALL_START / TOOL_CALL_END events · RUN_FINISHED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688336"/>
            <a:ext cx="8595360" cy="347472"/>
          </a:xfrm>
          <a:prstGeom prst="rect">
            <a:avLst/>
          </a:prstGeom>
          <a:solidFill>
            <a:srgbClr val="EDE9FE"/>
          </a:solidFill>
          <a:ln w="9525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57200" y="27066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 —  OTel span on every hop · thread.id + enduser.id stamped · KQL queryable end-to-end in App Insights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74320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74320" y="3127248"/>
            <a:ext cx="54864" cy="173736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1480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non-optional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1480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plus request scoping run before any agent code - every MAF turn starts with validated identity and per-thread context.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172968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3172968" y="3127248"/>
            <a:ext cx="54864" cy="173736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310128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is explicit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3310128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is a deliberate framework action. The orchestrator chooses the next specialist instead of hiding control flow inside one giant prompt.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071616" y="3127248"/>
            <a:ext cx="2715768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071616" y="3127248"/>
            <a:ext cx="54864" cy="173736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208776" y="32186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 by design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6208776" y="3575304"/>
            <a:ext cx="2514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thread.id flows through every hop - one KQL filter reveals the full conversation, span by span, across agents and tools.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+ C2 - SECURITY &amp; SCOPING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&amp;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ID JWT Bearer validates every /agent request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ThreadIdContext (AsyncLocal) scopes every conversation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UserContext carries email + display name from Entra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middleware sets identity and thread scope for the full turn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auth boundary + one request context seam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170432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builder.Services.AddAuthentication()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.AddJwtBearer(...);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app.MapAGUI("/agent", agent)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.RequireAuthorization();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2011680"/>
            <a:ext cx="5212080" cy="13258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31920" y="2157984"/>
            <a:ext cx="4892040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app.UseAgentRequestContext(...);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ThreadIdContext.Set(threadId);
UserContext.Set(userName, userEmail);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ambient context for memory, tools, telemetry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36118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gets much more powerful when identity and per-thread scoping are first-class. HelpdeskAI uses one middleware seam, so every downstream component sees the same user and thread context.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49040" y="4535424"/>
            <a:ext cx="5212080" cy="4114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749040" y="4535424"/>
            <a:ext cx="54864" cy="411480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886200" y="4645152"/>
            <a:ext cx="5010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KQL: dependencies | where customDimensions["thread.id"] == @tid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· TOOL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McpServer project hosts all tools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McpToolsProvider connects agents via HttpClientTransport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decorated with [McpServerTool] — auto-discovered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RetryingMcpTool wraps invocations with retry + reconnect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server and client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993392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MCP Server — HelpdeskAI.McpServer
</a:t>
            </a: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[McpServerToolType]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class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TicketTools
{
</a:t>
            </a:r>
            <a:r>
              <a:rPr lang="en-US" sz="105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[McpServerTool(Name = 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"search_tickets"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)]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static async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&lt;string&gt; 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SearchTickets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(string requestedBy, string status)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...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2743200"/>
            <a:ext cx="5212080" cy="1316736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931920" y="2889504"/>
            <a:ext cx="48920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MCP Client — McpToolsProvider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transport = new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HttpClientTransport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(new() { BaseUrl = mcpUrl });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_client = await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McpClient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.CreateAsync(transport);
var tools = await _client.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ListToolsAsync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Session TTL = 3 min  ·  RetryingMcpTool wraps each call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416052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groups: TicketTools · KnowledgeBaseTools · SystemStatusTools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749040" y="444398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agent receives only its AllowedTools by name. DynamicToolSelectionProvider further filters using cosine similarity — no over-permission.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C4 - AGENT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pattern - static Create(), no inheritance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ChatClientAgentOptions carries instructions and AI context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OpenTelemetryAgent adds per-agent invoke spans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HelpdeskAI proves the pattern with focused specialists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agent looks like in MAF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20116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static ChatClientAgent Create(...)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=&gt; new ChatClientAgent(chatClient, new ChatClientAgentOptions {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Name = AgentName,
       ChatOptions = new() { Instructions = Instructions },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AIContextProviders = [userProvider, memoryProvider, toolSelectionProvider]
     });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816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specialists: orchestrator, ticket_agent, kb_agent, incident_agent, diagnostic_agent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749040" y="3127248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stay small because MAF externalizes orchestration, context, tools, and telemetry. HelpdeskAI is the proof point - each agent is focused because the framework carries the rest.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 · ROUTING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OrchestratorAgentFactory creates the routing agent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HelpdeskWorkflowFactory wires orchestrator + specialists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AgentWorkflowBuilder.CreateHandoffBuilderWith()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handoff decision logged as an OTel span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HelpdeskWorkflowFactory — AgentWorkflowBuilder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283464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Wrap with OTel before registering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orch = new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OpenTelemetryAgent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OrchestratorAgentFactory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.Create(chatClient, ...),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TelemetrySource) { EnableSensitiveData = false };
</a:t>
            </a:r>
            <a:r>
              <a:rPr lang="en-US" sz="10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Build the multi-agent workflow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AgentWorkflowBuilder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.CreateHandoffBuilderWith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(orch)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.WithHandoffs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(orch, [ticket, kb, incident, diag])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.WithHandoffs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([ticket, kb, incident, diag], orch)
    .Build();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3584448"/>
            <a:ext cx="5212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orchestrator's system prompt lists all specialist names it can transfer to. Adding a new specialist is one line: .WithHandoffs(orch, [newAgent]). No wiring ceremony.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49040" y="4297680"/>
            <a:ext cx="521208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4297680"/>
            <a:ext cx="54864" cy="68580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86200" y="4389120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semantics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4745736"/>
            <a:ext cx="50109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Delegates entire turn to specialist. Orchestrator re-evaluates at the next user message — not after each tool call.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 · STATE LAYER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STM and LTM backed by Azure Cache for Redis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STM: RedisChatHistoryProvider — per thread.id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LTM: LongTermMemoryContextProvider — per userId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backs RAG — semantic + keyword, TopK=8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memory tiers — all injected via AIContextProviders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49040" y="658368"/>
            <a:ext cx="1591056" cy="384048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40480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STM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0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RedisChatHistoryProvider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0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thread.id — full turn log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0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each turn by MAF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0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Auto-truncated at context limit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0480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IChatHistoryProvider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68112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468112" y="658368"/>
            <a:ext cx="1591056" cy="384048"/>
          </a:xfrm>
          <a:prstGeom prst="rect">
            <a:avLst/>
          </a:prstGeom>
          <a:solidFill>
            <a:srgbClr val="1E3A5F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559552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559552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LongTermMemoryContextProvider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559552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Persists across sessions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59552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profile + preferences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59552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ltm:{email}:profile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559552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injection into prompt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87184" y="658368"/>
            <a:ext cx="1591056" cy="385876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187184" y="658368"/>
            <a:ext cx="1591056" cy="384048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278624" y="694944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278624" y="102412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AzureAiSearchContextProvider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278624" y="1371600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 backing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278624" y="1993392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semantic + keyword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278624" y="2615184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TopK=8 most relevant chunks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278624" y="3236976"/>
            <a:ext cx="1408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into kb_agent context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749040" y="4590288"/>
            <a:ext cx="5212080" cy="292608"/>
          </a:xfrm>
          <a:prstGeom prst="rect">
            <a:avLst/>
          </a:prstGeom>
          <a:solidFill>
            <a:srgbClr val="FEF3C7"/>
          </a:solidFill>
          <a:ln w="9525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3858768" y="4626864"/>
            <a:ext cx="4992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stores tickets - not memory. Redis holds history and long-term memory, while AI Search stores the knowledge base.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C7 - STREAMING PROTOCOL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protocol for agent-to-UI streaming over SSE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text deltas - words appear as they generate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 start/end events - UI can show live progress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lifecycle events make the stream inspectable and operable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4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AG-UI is the streaming contract MAF hosts natively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7830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RUN_STARTED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{"runId":"run_01","threadId":"t-a1b2"}
</a:t>
            </a: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TEXT_MESSAGE_CONTENT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{"delta":"I found 2 matching tickets."}
</a:t>
            </a:r>
            <a:r>
              <a:rPr lang="en-US" sz="105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TOOL_CALL_START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{"toolName":"search_tickets"}
</a:t>
            </a:r>
            <a:r>
              <a:rPr lang="en-US" sz="105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event: RUN_FINISHED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data: {"status":"completed"}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69748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exposes AG-UI from .NET with MapAGUI(). HelpdeskAI proves what sits on top of it: a React chat layer that consumes the AG-UI stream and renders streamed text plus tool-driven cards.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749040" y="3675888"/>
            <a:ext cx="2487168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749040" y="3675888"/>
            <a:ext cx="54864" cy="98755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86200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41239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chat UI consumes the AG-UI stream and renders text, cards, and progress in real time.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55080" y="3675888"/>
            <a:ext cx="26060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55080" y="3675888"/>
            <a:ext cx="54864" cy="987552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92240" y="3767328"/>
            <a:ext cx="2404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4123944"/>
            <a:ext cx="2404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MapAGUI() is the hosting primitive. The framework handles the SSE protocol surface for both v1 and v2 routes.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566160" cy="514350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64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 + C9 - OPERATE &amp; VERIFY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01168" y="457200"/>
            <a:ext cx="32186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&amp;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" y="1481328"/>
            <a:ext cx="3163824" cy="3657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01168" y="1664208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OpenTelemetryAgent emits per-agent invoke spans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1168" y="2377440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ThreadIdEnrichingProcessor stamps thread.id and enduser.id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01168" y="3090672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Workbook turns traces into investigation panels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1168" y="3803904"/>
            <a:ext cx="3218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Golden-scenario evals keep prompt and workflow changes honest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66160" y="0"/>
            <a:ext cx="5577840" cy="54864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749040" y="13716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system first, then verify it with evals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548640"/>
            <a:ext cx="52120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749040" y="658368"/>
            <a:ext cx="5212080" cy="137160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931920" y="804672"/>
            <a:ext cx="48920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override void OnStart(Activity a) {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a.SetTag("thread.id", ThreadIdContext.Current);
  a.SetTag("enduser.id", UserContext.Email);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1945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Workbook panels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248716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Volume - v1 vs v2 throughput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49040" y="273405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Routing - which specialist wins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749040" y="2980944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- exceptions by bucket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49040" y="322783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12E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 Trace - filterable by thread.id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49040" y="3547872"/>
            <a:ext cx="5212080" cy="868680"/>
          </a:xfrm>
          <a:prstGeom prst="rect">
            <a:avLst/>
          </a:prstGeom>
          <a:solidFill>
            <a:srgbClr val="1E1E2E"/>
          </a:solidFill>
          <a:ln w="9525">
            <a:solidFill>
              <a:srgbClr val="374151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931920" y="3694176"/>
            <a:ext cx="48920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ScenarioSpec(
</a:t>
            </a:r>
            <a:r>
              <a:rPr lang="en-US" sz="105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"Create_Ticket",
  PrimaryEvaluator: "Was a ticket created?"
</a:t>
            </a:r>
            <a:r>
              <a:rPr lang="en-US" sz="105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160520" cy="493776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969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832" y="9966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are not optional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API call is not a system. Routing, memory, auth, skills, streaming, and evaluation need to be built consistently - MAF does that.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09160" y="914400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60520" cy="493776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96926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330952" y="9966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decouples tools from agents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508760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tools once in the MCP server. Any agent can consume them by name. Add a specialist without rewiring every tool call.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20040" y="2852928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" y="2852928"/>
            <a:ext cx="4160520" cy="493776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" y="29077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41832" y="2935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is architecture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447288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cannot trace agent routing, tool use, and thread flow, you are not ready for production. OTel plus App Insights make MAF systems operable.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709160" y="2852928"/>
            <a:ext cx="41605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9160" y="2852928"/>
            <a:ext cx="4160520" cy="493776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0" y="29077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330952" y="2935224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is the CI/CD of AI systems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447288"/>
            <a:ext cx="391363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scenarios plus LLM-as-judge create confidence that prompt and workflow changes do not quietly break production behavior.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3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what we used · what to explore next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22860"/>
          </a:xfrm>
          <a:prstGeom prst="rect">
            <a:avLst/>
          </a:prstGeom>
          <a:solidFill>
            <a:srgbClr val="E2E8F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237744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2336" y="832104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MAF APIS &amp; ABSTRACTIONS USED IN THIS PROJECT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54864" cy="640080"/>
          </a:xfrm>
          <a:prstGeom prst="rect">
            <a:avLst/>
          </a:prstGeom>
          <a:solidFill>
            <a:srgbClr val="1E3A8A"/>
          </a:solidFill>
          <a:ln w="9525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02336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E3A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ChatClientAgentOptions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810512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MAF agent abstraction - name, instructions, tool and context bindings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72968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172968" y="1115568"/>
            <a:ext cx="54864" cy="640080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00984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AgentWorkflowBuilder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003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.WithHandoffs()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09160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multi-agent handoff topology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71616" y="1115568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71616" y="1115568"/>
            <a:ext cx="54864" cy="640080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99632" y="116128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12E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OpenTelemetryAgent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607808" y="1207008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agents and emits per-agent invoke spans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1828800"/>
            <a:ext cx="54864" cy="640080"/>
          </a:xfrm>
          <a:prstGeom prst="rect">
            <a:avLst/>
          </a:prstGeom>
          <a:solidFill>
            <a:srgbClr val="78350F"/>
          </a:solidFill>
          <a:ln w="9525">
            <a:solidFill>
              <a:srgbClr val="78350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02336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RedisChatHistoryProvider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7835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LongTermMemoryStore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10512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and memory surfaces backing the MAF context model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72968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172968" y="1828800"/>
            <a:ext cx="54864" cy="640080"/>
          </a:xfrm>
          <a:prstGeom prst="rect">
            <a:avLst/>
          </a:prstGeom>
          <a:solidFill>
            <a:srgbClr val="4C1D95"/>
          </a:solidFill>
          <a:ln w="9525">
            <a:solidFill>
              <a:srgbClr val="4C1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00984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C1D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AgentSkillsProvider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4C1D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load_skill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9160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skills loaded on demand through progressive disclosure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071616" y="1828800"/>
            <a:ext cx="2807208" cy="64008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071616" y="1828800"/>
            <a:ext cx="54864" cy="640080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99632" y="18745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AIContextProviders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7F1D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McpToolsProvider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607808" y="192024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identity, memory, tools, and search into each agent cleanly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74320" y="2633472"/>
            <a:ext cx="8595360" cy="237744"/>
          </a:xfrm>
          <a:prstGeom prst="rect">
            <a:avLst/>
          </a:prstGeom>
          <a:solidFill>
            <a:srgbClr val="14532D"/>
          </a:solidFill>
          <a:ln w="9525">
            <a:solidFill>
              <a:srgbClr val="1453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02336" y="2642616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MAF CAPABILITIES TO EXPLORE NEXT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274320" y="2926080"/>
            <a:ext cx="2084832" cy="347472"/>
          </a:xfrm>
          <a:prstGeom prst="rect">
            <a:avLst/>
          </a:prstGeom>
          <a:solidFill>
            <a:srgbClr val="134E4A"/>
          </a:solidFill>
          <a:ln w="9525">
            <a:solidFill>
              <a:srgbClr val="134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84048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/ Voice Pipeline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84048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in, TTS out. Extend AG-UI with audio events while keeping the same agent backend.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2450592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450592" y="2926080"/>
            <a:ext cx="2084832" cy="347472"/>
          </a:xfrm>
          <a:prstGeom prst="rect">
            <a:avLst/>
          </a:prstGeom>
          <a:solidFill>
            <a:srgbClr val="003F6B"/>
          </a:solidFill>
          <a:ln w="9525">
            <a:solidFill>
              <a:srgbClr val="003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560320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/ Fan-out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560320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one query to multiple specialists simultaneously, then merge and rank results before responding.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626864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626864" y="2926080"/>
            <a:ext cx="2084832" cy="347472"/>
          </a:xfrm>
          <a:prstGeom prst="rect">
            <a:avLst/>
          </a:prstGeom>
          <a:solidFill>
            <a:srgbClr val="7F1D1D"/>
          </a:solidFill>
          <a:ln w="9525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4736592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Flows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736592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explicit human-in-the-loop checkpoints for sensitive actions, escalations, or approvals.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803136" y="2926080"/>
            <a:ext cx="2084832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803136" y="2926080"/>
            <a:ext cx="2084832" cy="347472"/>
          </a:xfrm>
          <a:prstGeom prst="rect">
            <a:avLst/>
          </a:prstGeom>
          <a:solidFill>
            <a:srgbClr val="312E81"/>
          </a:solidFill>
          <a:ln w="9525">
            <a:solidFill>
              <a:srgbClr val="312E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12864" y="2971800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Prompt Experiments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912864" y="3328416"/>
            <a:ext cx="1865376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prompt variants and compare eval pass rates and operational outcomes before adopting a new default.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3F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229600" y="0"/>
            <a:ext cx="914400" cy="5143500"/>
          </a:xfrm>
          <a:prstGeom prst="rect">
            <a:avLst/>
          </a:prstGeom>
          <a:solidFill>
            <a:srgbClr val="0050A0"/>
          </a:solidFill>
          <a:ln w="9525">
            <a:solidFill>
              <a:srgbClr val="0050A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7315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4114800" cy="54864"/>
          </a:xfrm>
          <a:prstGeom prst="rect">
            <a:avLst/>
          </a:prstGeom>
          <a:solidFill>
            <a:srgbClr val="0078D4"/>
          </a:solidFill>
          <a:ln w="9525">
            <a:solidFill>
              <a:srgbClr val="0078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6400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9EC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Sreyan Choudhury  |  Accenture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314553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C0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linkedin.com/in/sreyan-choudhury-4211601aa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4747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C0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github.com/sreyanchoudhury/HelpdeskAI.CSharp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9136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available on the GitHub repo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0" y="4791456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E3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MAF  ·  Deployed on Azure  ·  April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2245</Words>
  <Application>Microsoft Office PowerPoint</Application>
  <PresentationFormat>On-screen Show (16:9)</PresentationFormat>
  <Paragraphs>265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Production Multi-Agent Systems with MAF</dc:title>
  <dc:subject>PptxGenJS Presentation</dc:subject>
  <dc:creator>PptxGenJS</dc:creator>
  <cp:lastModifiedBy>Choudhury, Sreyan</cp:lastModifiedBy>
  <cp:revision>7</cp:revision>
  <dcterms:created xsi:type="dcterms:W3CDTF">2026-04-03T14:22:34Z</dcterms:created>
  <dcterms:modified xsi:type="dcterms:W3CDTF">2026-04-04T10:38:43Z</dcterms:modified>
</cp:coreProperties>
</file>